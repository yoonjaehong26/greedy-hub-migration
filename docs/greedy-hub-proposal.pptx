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image" Target="../media/image2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image" Target="../media/image3.png"  /><Relationship Id="rId2" Type="http://schemas.openxmlformats.org/officeDocument/2006/relationships/image" Target="../media/image4.png"  /><Relationship Id="rId3" Type="http://schemas.openxmlformats.org/officeDocument/2006/relationships/slideLayout" Target="../slideLayouts/slideLayout1.xml"  /><Relationship Id="rId4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315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C:/Users/박찬빈/greedy-hub/prototyp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914400" cy="91440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914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그리디 허브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만든 것들,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어디에 남아 있나요?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2960" y="4617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C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활동을 기록으로, 기록을 성장으로.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C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동아리 메인테이너 제안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10332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지금도 잘 굴러갑니다.</a:t>
            </a:r>
            <a:endParaRPr lang="en-US" sz="43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이제, 한눈에 보이게 만들 차례.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미션·리뷰·기록을 한곳에서, 체계적으로.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박찬빈/greedy-hub/prototyp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8640"/>
            <a:ext cx="384048" cy="384048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548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73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활동을, 체계로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210312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103120"/>
            <a:ext cx="109728" cy="3108960"/>
          </a:xfrm>
          <a:prstGeom prst="rect">
            <a:avLst/>
          </a:prstGeom>
          <a:solidFill>
            <a:srgbClr val="017356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미션·리뷰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88720" y="32461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디스코드에 흩어진 진행을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40690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173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한 화면 현황판으로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26280" y="210312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103120"/>
            <a:ext cx="109728" cy="3108960"/>
          </a:xfrm>
          <a:prstGeom prst="rect">
            <a:avLst/>
          </a:prstGeom>
          <a:solidFill>
            <a:srgbClr val="017356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스터디 자료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892040" y="32461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그때그때 공유되던 자료를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92040" y="40690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173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쌓이는 아카이브로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0" y="210312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0" y="2103120"/>
            <a:ext cx="109728" cy="3108960"/>
          </a:xfrm>
          <a:prstGeom prst="rect">
            <a:avLst/>
          </a:prstGeom>
          <a:solidFill>
            <a:srgbClr val="017356"/>
          </a:solidFill>
          <a:ln/>
        </p:spPr>
      </p:sp>
      <p:sp>
        <p:nvSpPr>
          <p:cNvPr id="17" name="Text 14"/>
          <p:cNvSpPr/>
          <p:nvPr/>
        </p:nvSpPr>
        <p:spPr>
          <a:xfrm>
            <a:off x="859536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가이드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595360" y="32461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구두로 전하던 리뷰 기준을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595360" y="40690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173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미션에 남는 가이드로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활동이 쌓이면,</a:t>
            </a:r>
            <a:endParaRPr lang="en-US" sz="46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각자의 자산이 됩니다.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914400" y="4206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C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미션·리뷰·글이 모여 멤버의 포트폴리오·취업 증빙으로 남습니다.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C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73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발상의 전환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더하지 말고,</a:t>
            </a:r>
            <a:endParaRPr lang="en-US" sz="3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걸 한 층으로 모읍니다.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3108960"/>
            <a:ext cx="3383280" cy="2011680"/>
          </a:xfrm>
          <a:prstGeom prst="rect">
            <a:avLst/>
          </a:prstGeom>
          <a:solidFill>
            <a:srgbClr val="F1F5F4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73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· 진실의 원천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26280" y="3108960"/>
            <a:ext cx="3383280" cy="2011680"/>
          </a:xfrm>
          <a:prstGeom prst="rect">
            <a:avLst/>
          </a:prstGeom>
          <a:solidFill>
            <a:srgbClr val="F1F5F4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89204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3108960"/>
            <a:ext cx="3383280" cy="2011680"/>
          </a:xfrm>
          <a:prstGeom prst="rect">
            <a:avLst/>
          </a:prstGeom>
          <a:solidFill>
            <a:srgbClr val="F1F5F4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Discord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59536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· 액션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그리디 허브, 핵심 네 가지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109728" cy="1965960"/>
          </a:xfrm>
          <a:prstGeom prst="rect">
            <a:avLst/>
          </a:prstGeom>
          <a:solidFill>
            <a:srgbClr val="017356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2103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미션·리뷰 트래킹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34440" y="2743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제출→리뷰 티키타카→완주율을 한눈에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55080" y="1691640"/>
            <a:ext cx="109728" cy="1965960"/>
          </a:xfrm>
          <a:prstGeom prst="rect">
            <a:avLst/>
          </a:prstGeom>
          <a:solidFill>
            <a:srgbClr val="017356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103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이력서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766560" y="2743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미션·리뷰·글이 곧 개인 포트폴리오로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93192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931920"/>
            <a:ext cx="109728" cy="1965960"/>
          </a:xfrm>
          <a:prstGeom prst="rect">
            <a:avLst/>
          </a:prstGeom>
          <a:solidFill>
            <a:srgbClr val="017356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343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기술블로그 아카이브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34440" y="4983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대외에 보여줄 공개 기록 (SEO)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55080" y="393192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3931920"/>
            <a:ext cx="109728" cy="1965960"/>
          </a:xfrm>
          <a:prstGeom prst="rect">
            <a:avLst/>
          </a:prstGeom>
          <a:solidFill>
            <a:srgbClr val="017356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4343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역할·권한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66560" y="4983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멤버·리뷰어·운영진을 한 체계로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있는 봇은, 그대로.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만들지 않습니다. 휘발되던 리뷰어 매칭을 웹이 기록할 뿐.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5212080" cy="2926080"/>
          </a:xfrm>
          <a:prstGeom prst="rect">
            <a:avLst/>
          </a:prstGeom>
          <a:solidFill>
            <a:srgbClr val="F1F5F4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32004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봇이 매칭 → 디스코드 공지로 끝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리뷰이·리뷰어 명단을 코드에 하드코딩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결과가 공지로 흘러가 쌓이지 않음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55080" y="2331720"/>
            <a:ext cx="4983480" cy="2926080"/>
          </a:xfrm>
          <a:prstGeom prst="rect">
            <a:avLst/>
          </a:prstGeom>
          <a:solidFill>
            <a:srgbClr val="017356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그리디 허브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320040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매칭 결과를 웹이 자동 기록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명단은 웹의 기수 멤버에서 조회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기수 완주율·발자취로 축적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말보다, 직접 보세요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동작하는 프로토타입입니다.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" y="1819656"/>
            <a:ext cx="5367528" cy="33958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박찬빈/greedy-hub/.deckbuild/shots/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5257800" cy="3286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270373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173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운영진 — 완주율·매트릭스를 한눈에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300216" y="1819656"/>
            <a:ext cx="5367528" cy="33958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pic>
        <p:nvPicPr>
          <p:cNvPr id="8" name="Image 1" descr="C:/Users/박찬빈/greedy-hub/.deckbuild/shots/resu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20"/>
            <a:ext cx="5257800" cy="3286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5270373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173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 — 활동이 자동으로 이력서에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데모  </a:t>
            </a:r>
            <a:pPr algn="ctr" indent="0" marL="0">
              <a:buNone/>
            </a:pPr>
            <a:r>
              <a:rPr lang="en-US" sz="1700" b="1" dirty="0">
                <a:solidFill>
                  <a:srgbClr val="0173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insane-p.github.io/greedy-hub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바뀝니다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011680"/>
            <a:ext cx="3383280" cy="3200400"/>
          </a:xfrm>
          <a:prstGeom prst="rect">
            <a:avLst/>
          </a:prstGeom>
          <a:solidFill>
            <a:srgbClr val="06241B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468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FC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완주율을 한눈에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88720" y="34290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제출·리뷰가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기수 대시보드 하나로.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26280" y="2011680"/>
            <a:ext cx="3383280" cy="3200400"/>
          </a:xfrm>
          <a:prstGeom prst="rect">
            <a:avLst/>
          </a:prstGeom>
          <a:solidFill>
            <a:srgbClr val="06241B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2468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FC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이력이 자동으로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892040" y="34290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활동이 쌓여 멤버의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취업 증빙·포트폴리오로.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0" y="2011680"/>
            <a:ext cx="3383280" cy="3200400"/>
          </a:xfrm>
          <a:prstGeom prst="rect">
            <a:avLst/>
          </a:prstGeom>
          <a:solidFill>
            <a:srgbClr val="06241B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0" y="2468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FC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보여줄 얼굴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595360" y="34290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기술블로그·프로젝트로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 신뢰도가 쌓임.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274552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C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01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0116" y="100584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C:/Users/박찬빈/greedy-hub/prototype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36" y="1051560"/>
            <a:ext cx="1097280" cy="109728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14600"/>
            <a:ext cx="10332720" cy="10972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ko-KR" altLang="en-US"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어떠신가요</a:t>
            </a:r>
            <a:r>
              <a:rPr lang="en-US" sz="5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?</a:t>
            </a:r>
            <a:endParaRPr lang="en-US" sz="5400" b="1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19173" y="5259705"/>
            <a:ext cx="1033272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900">
                <a:solidFill>
                  <a:srgbClr val="7fc6ae"/>
                </a:solidFill>
                <a:latin typeface="맑은 고딕"/>
                <a:ea typeface="맑은 고딕"/>
                <a:cs typeface="맑은 고딕"/>
              </a:rPr>
              <a:t>지금 바로 눌러보세요 — insane-p.github.io/greedy-hub</a:t>
            </a:r>
            <a:endParaRPr lang="en-US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209</ep:Words>
  <ep:PresentationFormat>On-screen Show (16:9)</ep:PresentationFormat>
  <ep:Paragraphs>75</ep:Paragraphs>
  <ep:Slides>10</ep:Slides>
  <ep:Notes>10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2026-06-10T06:51:45.000</dcterms:created>
  <dc:creator>GREEDY</dc:creator>
  <cp:lastModifiedBy>박찬빈</cp:lastModifiedBy>
  <dcterms:modified xsi:type="dcterms:W3CDTF">2026-06-10T06:53:50.824</dcterms:modified>
  <cp:revision>2</cp:revision>
  <dc:subject>PptxGenJS Presentation</dc:subject>
  <dc:title>그리디 허브 제안서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